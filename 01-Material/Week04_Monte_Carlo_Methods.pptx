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3" r:id="rId6"/>
    <p:sldId id="265" r:id="rId7"/>
    <p:sldId id="264" r:id="rId8"/>
    <p:sldId id="267" r:id="rId9"/>
    <p:sldId id="262" r:id="rId10"/>
    <p:sldId id="268" r:id="rId11"/>
    <p:sldId id="25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B3F7"/>
    <a:srgbClr val="C9DFFF"/>
    <a:srgbClr val="003296"/>
    <a:srgbClr val="BCD0FC"/>
    <a:srgbClr val="C6F4B6"/>
    <a:srgbClr val="C60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1850" autoAdjust="0"/>
  </p:normalViewPr>
  <p:slideViewPr>
    <p:cSldViewPr snapToGrid="0">
      <p:cViewPr varScale="1">
        <p:scale>
          <a:sx n="92" d="100"/>
          <a:sy n="92" d="100"/>
        </p:scale>
        <p:origin x="13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혜령 박" userId="3caeb856769ab004" providerId="LiveId" clId="{D3A364BA-D55F-4B72-91A3-FDEB41C51A10}"/>
    <pc:docChg chg="delSld modSld">
      <pc:chgData name="혜령 박" userId="3caeb856769ab004" providerId="LiveId" clId="{D3A364BA-D55F-4B72-91A3-FDEB41C51A10}" dt="2026-03-10T12:34:25.624" v="113" actId="20577"/>
      <pc:docMkLst>
        <pc:docMk/>
      </pc:docMkLst>
      <pc:sldChg chg="modSp mod">
        <pc:chgData name="혜령 박" userId="3caeb856769ab004" providerId="LiveId" clId="{D3A364BA-D55F-4B72-91A3-FDEB41C51A10}" dt="2026-02-26T01:17:30.136" v="111" actId="20577"/>
        <pc:sldMkLst>
          <pc:docMk/>
          <pc:sldMk cId="687531527" sldId="256"/>
        </pc:sldMkLst>
        <pc:spChg chg="mod">
          <ac:chgData name="혜령 박" userId="3caeb856769ab004" providerId="LiveId" clId="{D3A364BA-D55F-4B72-91A3-FDEB41C51A10}" dt="2026-02-26T01:16:52.865" v="108" actId="20577"/>
          <ac:spMkLst>
            <pc:docMk/>
            <pc:sldMk cId="687531527" sldId="256"/>
            <ac:spMk id="9" creationId="{96C2022D-FBEB-6C86-FE41-720514BCF52A}"/>
          </ac:spMkLst>
        </pc:spChg>
        <pc:spChg chg="mod">
          <ac:chgData name="혜령 박" userId="3caeb856769ab004" providerId="LiveId" clId="{D3A364BA-D55F-4B72-91A3-FDEB41C51A10}" dt="2026-02-26T01:17:30.136" v="111" actId="20577"/>
          <ac:spMkLst>
            <pc:docMk/>
            <pc:sldMk cId="687531527" sldId="256"/>
            <ac:spMk id="10" creationId="{19F00FBB-2CA7-E9E8-0B3A-77D291A005A8}"/>
          </ac:spMkLst>
        </pc:spChg>
      </pc:sldChg>
      <pc:sldChg chg="modSp mod">
        <pc:chgData name="혜령 박" userId="3caeb856769ab004" providerId="LiveId" clId="{D3A364BA-D55F-4B72-91A3-FDEB41C51A10}" dt="2026-03-10T12:34:25.624" v="113" actId="20577"/>
        <pc:sldMkLst>
          <pc:docMk/>
          <pc:sldMk cId="1692516250" sldId="258"/>
        </pc:sldMkLst>
        <pc:spChg chg="mod">
          <ac:chgData name="혜령 박" userId="3caeb856769ab004" providerId="LiveId" clId="{D3A364BA-D55F-4B72-91A3-FDEB41C51A10}" dt="2026-03-10T12:34:25.624" v="113" actId="20577"/>
          <ac:spMkLst>
            <pc:docMk/>
            <pc:sldMk cId="1692516250" sldId="258"/>
            <ac:spMk id="9" creationId="{58AA39DC-D2C5-4433-6E7C-6841A3658D19}"/>
          </ac:spMkLst>
        </pc:spChg>
      </pc:sldChg>
      <pc:sldChg chg="modSp mod">
        <pc:chgData name="혜령 박" userId="3caeb856769ab004" providerId="LiveId" clId="{D3A364BA-D55F-4B72-91A3-FDEB41C51A10}" dt="2026-02-26T01:17:07.515" v="110" actId="113"/>
        <pc:sldMkLst>
          <pc:docMk/>
          <pc:sldMk cId="1758272725" sldId="259"/>
        </pc:sldMkLst>
        <pc:spChg chg="mod">
          <ac:chgData name="혜령 박" userId="3caeb856769ab004" providerId="LiveId" clId="{D3A364BA-D55F-4B72-91A3-FDEB41C51A10}" dt="2026-02-26T01:17:07.515" v="110" actId="113"/>
          <ac:spMkLst>
            <pc:docMk/>
            <pc:sldMk cId="1758272725" sldId="259"/>
            <ac:spMk id="2" creationId="{4041C52E-7430-C6F6-6829-B0756463BEE8}"/>
          </ac:spMkLst>
        </pc:spChg>
      </pc:sldChg>
      <pc:sldChg chg="del">
        <pc:chgData name="혜령 박" userId="3caeb856769ab004" providerId="LiveId" clId="{D3A364BA-D55F-4B72-91A3-FDEB41C51A10}" dt="2026-03-10T12:34:18.704" v="112" actId="47"/>
        <pc:sldMkLst>
          <pc:docMk/>
          <pc:sldMk cId="3603587977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4662A-4C6F-4B49-8900-3E9915A32B53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3E274-5815-4DB6-91E5-CF4A53B884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367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8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76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386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743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09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475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921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9457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501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9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3E274-5815-4DB6-91E5-CF4A53B884A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FFA6F-7AA2-55DB-CC7A-14C584C05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766DCC-ED33-274D-1AC3-C2CED480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6F0362-0EF3-C39A-00C4-56329FA6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F4F6F3-145E-EA5B-503F-2DB33F9C2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D58CBC-9773-35D7-90D4-084D14EC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97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4032B-03A9-13C9-467D-41AA7E9A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21A9CD-E901-C5B8-B6AB-C22906DBE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A63765-1066-A01D-878C-898716FF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64041-539C-2ACD-F5F2-9F25A69B9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3A21A8-DB8D-D62F-9997-55E076F5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28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BAA55-C811-3CFD-C9C7-B3466C26B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CCB6F0-1953-1A51-DA19-10E75EBAC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8116EF-E5B1-80FD-59E3-CDC012434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B52796-FBA4-DCE0-D64E-37E451552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56EEF-CA69-EAE4-0876-BAED30A3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78EEB-EDAC-74E7-CBCA-332A7A53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93E59B-7059-F929-C6C5-84FFC0BE79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E12971-C49F-467B-1EA7-3C3205393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D06440-2041-20F4-56A7-8A33C766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08957-1E05-572A-12AC-C6B96E82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B74D1-BC3F-A63F-A0E1-E36181A8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197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3C5DC-E116-266F-EEDF-E020CA3D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15C321-41EC-B773-8845-CA5F0F8E4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A1B422-049E-F32D-9C7A-988298F57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52B970-A34D-0598-CF6A-9F9376360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46CAE7-EFFF-4DA5-0E67-B523D59E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396CD9-736A-DE3E-77C3-A2A99FD8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958F47-1455-1891-2022-AB4F760B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6F34A-2559-4F39-811B-A336B7679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58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0AB8A-5B92-D6D3-CED3-CDAE7EDF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638D9B-E89E-884B-184F-33023217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1CADF6-DAEF-19D7-2782-3E48378B1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01FEAE-9902-20F2-40EC-2D263D81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40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BEFE06-E3ED-1AE2-CEA2-E13AF1E1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1AC30D-657A-5CB8-0044-49830A66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FB186-2757-1511-AB85-78E01721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34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2D779-D525-CA11-02B2-50C224072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6F5F1A-3DDC-41E1-73C1-30072AB25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B57CAB-B07C-9833-E1AD-B1E55D1E9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E636A9-18DD-231E-61A3-29D46D92A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B67BF4-D4DA-C260-7516-8F53CD16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DF8D9-3E9E-397A-ABE6-5F33B359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14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1AF131-DD1A-C41B-58C8-051DDB27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F244F9-1B19-756B-312F-8953A492A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D2817B-B369-62D0-7A0E-8E4BD81DE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7EDE51-48DD-FE7A-6D6D-005C73BE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1C4DF4-2F65-2ABC-F583-8E4A644D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DDE8EF-C747-5478-7DC0-BC0F52F0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93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83226-5975-FF3D-DB8A-418305DD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0EEF2B-9584-8C1C-509B-4B5B68F93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373D7-65DE-AEEE-9946-007439C4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511DE-2148-A342-4422-37496A26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A0DF0-952C-174B-C0CA-059F3078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34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F4EDA7-D0A3-AE41-75B0-3CBAA4FF5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092B01-BBA4-D0CF-0CD4-E5929AB5A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B54F50-81A4-A918-1BD5-63463B77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7FE0E-51AB-9D96-3CA5-C382488C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A8FB54-66E0-A8B4-08AA-4538A844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31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EB408A-4C4E-84BA-D6B8-58EAA236F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EF8C9B-F631-2A8B-E1D1-9A8E8B533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56016A-2C2C-69AB-3457-79B66B58B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A8324-DCA5-4D72-944C-00B7DA765E2B}" type="datetimeFigureOut">
              <a:rPr lang="ko-KR" altLang="en-US" smtClean="0"/>
              <a:t>2026-04-10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AA183-AF2A-2379-316D-3851E5677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6EF3A5-7D30-EF0C-1D7C-539849A45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FE2E6-C4F5-44E5-A974-B4427D9F3D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08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913FC1D-500E-5342-0A75-C7AFE75B3FCC}"/>
              </a:ext>
            </a:extLst>
          </p:cNvPr>
          <p:cNvGrpSpPr/>
          <p:nvPr/>
        </p:nvGrpSpPr>
        <p:grpSpPr>
          <a:xfrm>
            <a:off x="321178" y="1714418"/>
            <a:ext cx="11540112" cy="3549669"/>
            <a:chOff x="321178" y="1714418"/>
            <a:chExt cx="11540112" cy="354966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C2022D-FBEB-6C86-FE41-720514BCF52A}"/>
                </a:ext>
              </a:extLst>
            </p:cNvPr>
            <p:cNvSpPr txBox="1"/>
            <p:nvPr/>
          </p:nvSpPr>
          <p:spPr>
            <a:xfrm>
              <a:off x="321178" y="1714418"/>
              <a:ext cx="1154011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3600" b="1" dirty="0"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Monte Carlo Methods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F00FBB-2CA7-E9E8-0B3A-77D291A005A8}"/>
                </a:ext>
              </a:extLst>
            </p:cNvPr>
            <p:cNvSpPr txBox="1"/>
            <p:nvPr/>
          </p:nvSpPr>
          <p:spPr>
            <a:xfrm>
              <a:off x="2330833" y="3294529"/>
              <a:ext cx="7530334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rgbClr val="00206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Waffle Univ. Reinforcement Learning Seminar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EB1912-4DAD-9FD3-F27B-A8B167478E98}"/>
                </a:ext>
              </a:extLst>
            </p:cNvPr>
            <p:cNvSpPr txBox="1"/>
            <p:nvPr/>
          </p:nvSpPr>
          <p:spPr>
            <a:xfrm>
              <a:off x="3900615" y="4617756"/>
              <a:ext cx="4381236" cy="64633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2">
                      <a:lumMod val="25000"/>
                    </a:schemeClr>
                  </a:solidFill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Presenter: Eunje Choi</a:t>
              </a:r>
            </a:p>
            <a:p>
              <a:pPr algn="ctr"/>
              <a:endParaRPr lang="en-US" altLang="ko-KR" sz="1600" b="1" dirty="0">
                <a:solidFill>
                  <a:schemeClr val="bg2">
                    <a:lumMod val="25000"/>
                  </a:schemeClr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</p:grpSp>
      <p:pic>
        <p:nvPicPr>
          <p:cNvPr id="1026" name="Picture 2" descr="와플대학">
            <a:extLst>
              <a:ext uri="{FF2B5EF4-FFF2-40B4-BE49-F238E27FC236}">
                <a16:creationId xmlns:a16="http://schemas.microsoft.com/office/drawing/2014/main" id="{E104E83F-AB7D-405D-B932-DB226AB1D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53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Index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8" y="842930"/>
            <a:ext cx="7793124" cy="53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0. Intro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Monte Carlo Prediction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Monte Carlo Estimation of Action Values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Monte Carlo Control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4. Monte Carlo Control without Exploring Starts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5. Off-policy Prediction via Importance Sampling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6. Incremental Implementation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7. Off-policy Monte Carlo Control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8. Discounting-aware Importance Sampling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9. Per-decision Importance Sampling</a:t>
            </a:r>
          </a:p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10. Discussion</a:t>
            </a:r>
          </a:p>
        </p:txBody>
      </p:sp>
      <p:pic>
        <p:nvPicPr>
          <p:cNvPr id="7" name="Picture 2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516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0. Intro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7" y="788974"/>
            <a:ext cx="11069665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 long time ago..</a:t>
            </a:r>
          </a:p>
        </p:txBody>
      </p:sp>
      <p:pic>
        <p:nvPicPr>
          <p:cNvPr id="7" name="Picture 2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0">
            <a:extLst>
              <a:ext uri="{FF2B5EF4-FFF2-40B4-BE49-F238E27FC236}">
                <a16:creationId xmlns:a16="http://schemas.microsoft.com/office/drawing/2014/main" id="{71002308-3296-4260-A4D4-BF22EC35F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583" y="1495074"/>
            <a:ext cx="8772833" cy="461478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928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0. Intro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7" y="788974"/>
            <a:ext cx="11069665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Buffon’s needle problem</a:t>
            </a:r>
          </a:p>
        </p:txBody>
      </p:sp>
      <p:pic>
        <p:nvPicPr>
          <p:cNvPr id="7" name="Picture 2 1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5616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0. Intro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7" y="788974"/>
            <a:ext cx="11069665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Monte Carlo method</a:t>
            </a:r>
          </a:p>
        </p:txBody>
      </p:sp>
      <p:pic>
        <p:nvPicPr>
          <p:cNvPr id="7" name="Picture 2 1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24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0. Intro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7" y="788974"/>
            <a:ext cx="11069665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Monte Carlo method </a:t>
            </a:r>
            <a:r>
              <a:rPr lang="en-US" altLang="ko-KR" sz="2400" b="1" dirty="0">
                <a:solidFill>
                  <a:srgbClr val="FF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 RL</a:t>
            </a:r>
          </a:p>
        </p:txBody>
      </p:sp>
      <p:pic>
        <p:nvPicPr>
          <p:cNvPr id="7" name="Picture 2 1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9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0. Intro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7" y="788974"/>
            <a:ext cx="11069665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Recap on Week2 Seminar</a:t>
            </a:r>
          </a:p>
        </p:txBody>
      </p:sp>
      <p:pic>
        <p:nvPicPr>
          <p:cNvPr id="7" name="Picture 2 1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053B4A5-2BA9-40DB-96B6-FAA06FE87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664" y="1493080"/>
            <a:ext cx="8118671" cy="4544358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60DCD9B-D7EC-4E41-80D1-E00ACCC25ABA}"/>
              </a:ext>
            </a:extLst>
          </p:cNvPr>
          <p:cNvCxnSpPr>
            <a:cxnSpLocks/>
          </p:cNvCxnSpPr>
          <p:nvPr/>
        </p:nvCxnSpPr>
        <p:spPr>
          <a:xfrm>
            <a:off x="3190009" y="3990110"/>
            <a:ext cx="0" cy="83127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05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0. Intro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7" name="Picture 2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7759116C-73E5-4645-8096-4525F82F8AB3}"/>
              </a:ext>
            </a:extLst>
          </p:cNvPr>
          <p:cNvGrpSpPr/>
          <p:nvPr/>
        </p:nvGrpSpPr>
        <p:grpSpPr>
          <a:xfrm>
            <a:off x="1804584" y="1631372"/>
            <a:ext cx="8582832" cy="4360617"/>
            <a:chOff x="52013" y="1350818"/>
            <a:chExt cx="8582832" cy="436061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AA39DC-D2C5-4433-6E7C-6841A3658D19}"/>
                </a:ext>
              </a:extLst>
            </p:cNvPr>
            <p:cNvSpPr txBox="1"/>
            <p:nvPr/>
          </p:nvSpPr>
          <p:spPr>
            <a:xfrm>
              <a:off x="561167" y="1350818"/>
              <a:ext cx="8073678" cy="43606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C9DFFF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1. Monte Carlo Prediction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C9DFFF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2. Monte Carlo Estimation of Action Values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C9DFFF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3. Monte Carlo Control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DDB3F7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4. Monte Carlo Control without Exploring Starts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00FFFF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5. Off-policy Prediction via Importance Sampling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00FFFF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6. Incremental Implementation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00FFFF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7. Off-policy Monte Carlo Control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00FF00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8. Discounting-aware Importance Sampling</a:t>
              </a:r>
            </a:p>
            <a:p>
              <a:pPr>
                <a:lnSpc>
                  <a:spcPct val="130000"/>
                </a:lnSpc>
                <a:buNone/>
              </a:pPr>
              <a:r>
                <a:rPr lang="en-US" altLang="ko-KR" sz="2400" b="1" dirty="0">
                  <a:highlight>
                    <a:srgbClr val="00FF00"/>
                  </a:highlight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9. Per-decision Importance Sampling</a:t>
              </a:r>
            </a:p>
          </p:txBody>
        </p:sp>
        <p:sp>
          <p:nvSpPr>
            <p:cNvPr id="2" name="왼쪽 중괄호 1">
              <a:extLst>
                <a:ext uri="{FF2B5EF4-FFF2-40B4-BE49-F238E27FC236}">
                  <a16:creationId xmlns:a16="http://schemas.microsoft.com/office/drawing/2014/main" id="{109D538F-9E54-41E3-9049-F8F9518519E4}"/>
                </a:ext>
              </a:extLst>
            </p:cNvPr>
            <p:cNvSpPr/>
            <p:nvPr/>
          </p:nvSpPr>
          <p:spPr>
            <a:xfrm>
              <a:off x="52013" y="1423556"/>
              <a:ext cx="522980" cy="1839190"/>
            </a:xfrm>
            <a:prstGeom prst="leftBrac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왼쪽 중괄호 5">
              <a:extLst>
                <a:ext uri="{FF2B5EF4-FFF2-40B4-BE49-F238E27FC236}">
                  <a16:creationId xmlns:a16="http://schemas.microsoft.com/office/drawing/2014/main" id="{B30C0C22-D6C9-4780-B844-FEEAA03D8B15}"/>
                </a:ext>
              </a:extLst>
            </p:cNvPr>
            <p:cNvSpPr/>
            <p:nvPr/>
          </p:nvSpPr>
          <p:spPr>
            <a:xfrm>
              <a:off x="52013" y="3262746"/>
              <a:ext cx="509154" cy="2348345"/>
            </a:xfrm>
            <a:prstGeom prst="leftBrac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8593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Monte Carlo Prediction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7" y="788974"/>
            <a:ext cx="11069665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</a:t>
            </a:r>
          </a:p>
        </p:txBody>
      </p:sp>
      <p:pic>
        <p:nvPicPr>
          <p:cNvPr id="7" name="Picture 2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246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9984-83C5-0B5D-8EEE-3A862D42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2EA088-F8F3-8726-3A34-B4B3CA4CD99C}"/>
              </a:ext>
            </a:extLst>
          </p:cNvPr>
          <p:cNvSpPr/>
          <p:nvPr/>
        </p:nvSpPr>
        <p:spPr>
          <a:xfrm>
            <a:off x="0" y="803"/>
            <a:ext cx="12192000" cy="603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Monte Carlo Prediction</a:t>
            </a:r>
            <a:endParaRPr lang="ko-KR" altLang="en-US" sz="2400" b="1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A39DC-D2C5-4433-6E7C-6841A3658D19}"/>
              </a:ext>
            </a:extLst>
          </p:cNvPr>
          <p:cNvSpPr txBox="1"/>
          <p:nvPr/>
        </p:nvSpPr>
        <p:spPr>
          <a:xfrm>
            <a:off x="561167" y="788974"/>
            <a:ext cx="11069665" cy="51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24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A</a:t>
            </a:r>
          </a:p>
        </p:txBody>
      </p:sp>
      <p:pic>
        <p:nvPicPr>
          <p:cNvPr id="7" name="Picture 2" descr="와플대학">
            <a:extLst>
              <a:ext uri="{FF2B5EF4-FFF2-40B4-BE49-F238E27FC236}">
                <a16:creationId xmlns:a16="http://schemas.microsoft.com/office/drawing/2014/main" id="{FACE3223-A65D-4011-9EC8-98D8344B8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002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7E15-395E-0B69-C3A0-B7BDBDDB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1C52E-7430-C6F6-6829-B0756463B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Thank you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4" name="Picture 2" descr="와플대학">
            <a:extLst>
              <a:ext uri="{FF2B5EF4-FFF2-40B4-BE49-F238E27FC236}">
                <a16:creationId xmlns:a16="http://schemas.microsoft.com/office/drawing/2014/main" id="{B76EC756-4FB6-4F0F-9591-1DB599F6C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9854"/>
            <a:ext cx="1496291" cy="74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272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2060"/>
        </a:solidFill>
      </a:spPr>
      <a:bodyPr rtlCol="0" anchor="ctr"/>
      <a:lstStyle>
        <a:defPPr algn="l">
          <a:defRPr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C6015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189</Words>
  <Application>Microsoft Office PowerPoint</Application>
  <PresentationFormat>와이드스크린</PresentationFormat>
  <Paragraphs>51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Pretendard ExtraLight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박혜령(전자전기공학과)</dc:creator>
  <cp:lastModifiedBy>은제 최</cp:lastModifiedBy>
  <cp:revision>25</cp:revision>
  <dcterms:created xsi:type="dcterms:W3CDTF">2025-12-11T03:23:06Z</dcterms:created>
  <dcterms:modified xsi:type="dcterms:W3CDTF">2026-04-10T09:00:35Z</dcterms:modified>
</cp:coreProperties>
</file>